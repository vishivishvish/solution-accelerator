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85" autoAdjust="0"/>
    <p:restoredTop sz="94601" autoAdjust="0"/>
  </p:normalViewPr>
  <p:slideViewPr>
    <p:cSldViewPr snapToGrid="0">
      <p:cViewPr varScale="1">
        <p:scale>
          <a:sx n="73" d="100"/>
          <a:sy n="73" d="100"/>
        </p:scale>
        <p:origin x="6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F5096-D6D3-9029-9918-2BE43DB9D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2A39C-BBAB-E684-1001-66809960D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BE3F7-5543-F682-B2D0-A6B0F006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8D8EF-025D-4180-8ACD-FC8B2FE90EB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96876-C0EE-7E7B-A941-B95D140D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80C63-A0B8-1DCB-B04E-E141EA17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147A-C0FE-44C4-AD54-89BCAFB70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69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204B-1BC5-CAF1-632B-ACD658133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5370B-EEB3-EEE3-3ED9-CEE9D6DB9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B3031-94C9-72B3-C21F-1B0C90761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8D8EF-025D-4180-8ACD-FC8B2FE90EB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6F6D5-0BEE-96B4-9E14-8A8AADE9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86175-5E51-BD03-0719-378BE39C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147A-C0FE-44C4-AD54-89BCAFB70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197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7EB7-EEA4-6D37-529C-0FBDEE9BC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491CE-4AE3-3149-994E-072DEA456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B3AF8-5748-FE2C-C2DB-C89EFA26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8D8EF-025D-4180-8ACD-FC8B2FE90EB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A098C-A4F5-4C05-AEB8-64B36613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7B9BF-2CAE-1F2C-C8A6-86A5805A8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147A-C0FE-44C4-AD54-89BCAFB70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001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5EFC-2DD9-91CE-B200-982CC05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27940-A239-CC1F-C662-515839554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1B69A-74FF-CCBC-47BF-173C2A23E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E9096-0602-154F-9909-C3966E598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8D8EF-025D-4180-8ACD-FC8B2FE90EB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EFCA4-7A85-634B-C8FA-FFCDA9B74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09949-5C3E-1848-EA1C-95A60174E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147A-C0FE-44C4-AD54-89BCAFB70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162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F124-FCB5-4A9A-F8E5-40738D07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EB2FB-BF6E-B187-8273-DAAE42C7D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274EA7-8F95-AAD7-5041-29EE23842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1EE56F-C2B1-955F-32BA-BB7A67768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5B0EAD-6372-1F91-6A9F-3880B8A5F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EC57CB-10B9-CEF6-C8E0-AD5A55B5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8D8EF-025D-4180-8ACD-FC8B2FE90EB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8C707F-E002-3C21-C6C0-4C8F1C41B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A49037-BFB9-1635-DDC8-E4F36E6E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147A-C0FE-44C4-AD54-89BCAFB70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113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B25F-8D83-1EEA-4ECF-3DD6478CB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2E88E-5AA5-231D-5B07-5273B7063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8D8EF-025D-4180-8ACD-FC8B2FE90EB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889400-2950-84A3-9C89-E4EEED47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D1D70-BB23-345C-B4F9-9C93A6B0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147A-C0FE-44C4-AD54-89BCAFB70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657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645B6E-5C2F-EB7B-7AAE-FAF690370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8D8EF-025D-4180-8ACD-FC8B2FE90EB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54F3A3-2DE3-DE28-FE92-D56F6B7E1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0F71F-FB56-F8D4-37EB-61022AE5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147A-C0FE-44C4-AD54-89BCAFB70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85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E6E70-2459-4A53-2866-58B4CBAD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B4D11-BA52-23FD-F524-725130883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78332-7830-C3B3-8BAC-7CC86C813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3D163-EA27-7E1B-6EB9-58085E942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8D8EF-025D-4180-8ACD-FC8B2FE90EB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5C3CD-9B0A-A859-D6DC-F92D6971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471B0-2D41-361D-9DF5-6DC3F0B7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147A-C0FE-44C4-AD54-89BCAFB70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9FC7-032A-EFA6-D86F-91FDDC5AC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C08855-8A23-63D1-99CC-23B5B901F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CEDCE-B14D-EE2E-637E-AA506CBF9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59EEC-9452-957C-56EC-FA1FB900F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8D8EF-025D-4180-8ACD-FC8B2FE90EB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37783-6289-ABBC-B9F5-46ACDC02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FD34E-4A19-1223-9822-672251F7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147A-C0FE-44C4-AD54-89BCAFB70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19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0324-7DDC-6C5E-F233-3C8ADE01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475CF-CF73-B652-0E5D-0C7872FB0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0D54F-2ACA-1A06-EC3C-889F53100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8D8EF-025D-4180-8ACD-FC8B2FE90EB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68BD7-EF86-5C5D-321F-8FFA7DC5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E6A8F-1D8B-EFE9-96D6-5612702EC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147A-C0FE-44C4-AD54-89BCAFB70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862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6336FB-03FA-133A-D32B-AC4EE2BCF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DFFD6-2386-7F09-289E-D4C8E239D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E7CFC-ACDC-9E6C-11ED-FDEDDDD0C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8D8EF-025D-4180-8ACD-FC8B2FE90EB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DA978-5428-5900-F816-0B99E2642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87B30-3624-A0F1-40C3-E2027A2C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147A-C0FE-44C4-AD54-89BCAFB70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36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AAD91-4AD0-076C-092D-501976B4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4654-4AAF-ABC5-695F-F08067287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3F4F9-70DD-0DC0-AC14-5E522B71A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8D8EF-025D-4180-8ACD-FC8B2FE90EB4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CBD67-6701-CB34-FFAA-BA25A0A7D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0C12C-92FF-403C-7FA2-B1FAABC72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FC147A-C0FE-44C4-AD54-89BCAFB70F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69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E485A0-F700-BE24-CCBA-F8FB8A2D14CA}"/>
              </a:ext>
            </a:extLst>
          </p:cNvPr>
          <p:cNvSpPr/>
          <p:nvPr/>
        </p:nvSpPr>
        <p:spPr>
          <a:xfrm>
            <a:off x="1056106" y="630445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C4AFD-7EE4-58B3-56B0-4DA5336FDD23}"/>
              </a:ext>
            </a:extLst>
          </p:cNvPr>
          <p:cNvSpPr/>
          <p:nvPr/>
        </p:nvSpPr>
        <p:spPr>
          <a:xfrm>
            <a:off x="2336602" y="630445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          Take-Off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E074F8-82C2-F42A-06E5-802D33A95288}"/>
              </a:ext>
            </a:extLst>
          </p:cNvPr>
          <p:cNvSpPr/>
          <p:nvPr/>
        </p:nvSpPr>
        <p:spPr>
          <a:xfrm>
            <a:off x="4843869" y="3612153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Quote Consistency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010794-B559-65E9-9987-B1B736C3FB9B}"/>
              </a:ext>
            </a:extLst>
          </p:cNvPr>
          <p:cNvSpPr/>
          <p:nvPr/>
        </p:nvSpPr>
        <p:spPr>
          <a:xfrm>
            <a:off x="3588699" y="3659450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for Quotation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0D4F9D-606B-F4C0-9EE4-54D9A9F10D80}"/>
              </a:ext>
            </a:extLst>
          </p:cNvPr>
          <p:cNvSpPr/>
          <p:nvPr/>
        </p:nvSpPr>
        <p:spPr>
          <a:xfrm>
            <a:off x="4843869" y="630444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Bid Evaluation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0749A3-9BFE-6830-5649-032A277D0E7B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2073864" y="904242"/>
            <a:ext cx="262738" cy="0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544A81-939C-C52C-28B1-D30744465A06}"/>
              </a:ext>
            </a:extLst>
          </p:cNvPr>
          <p:cNvCxnSpPr>
            <a:cxnSpLocks/>
            <a:stCxn id="180" idx="2"/>
            <a:endCxn id="14" idx="0"/>
          </p:cNvCxnSpPr>
          <p:nvPr/>
        </p:nvCxnSpPr>
        <p:spPr>
          <a:xfrm>
            <a:off x="4097578" y="2720454"/>
            <a:ext cx="0" cy="938996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9E74DB-70DE-CA35-EEB3-1795304BADCA}"/>
              </a:ext>
            </a:extLst>
          </p:cNvPr>
          <p:cNvCxnSpPr>
            <a:cxnSpLocks/>
            <a:stCxn id="11" idx="0"/>
            <a:endCxn id="15" idx="2"/>
          </p:cNvCxnSpPr>
          <p:nvPr/>
        </p:nvCxnSpPr>
        <p:spPr>
          <a:xfrm flipV="1">
            <a:off x="5352748" y="1178038"/>
            <a:ext cx="0" cy="2434115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54922FD-47AC-76EE-88B2-255255184A06}"/>
              </a:ext>
            </a:extLst>
          </p:cNvPr>
          <p:cNvSpPr/>
          <p:nvPr/>
        </p:nvSpPr>
        <p:spPr>
          <a:xfrm>
            <a:off x="5894607" y="4568318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RFQ for TBE approved Bids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905814-63C1-3B11-07D4-6EF967644E7B}"/>
              </a:ext>
            </a:extLst>
          </p:cNvPr>
          <p:cNvSpPr/>
          <p:nvPr/>
        </p:nvSpPr>
        <p:spPr>
          <a:xfrm>
            <a:off x="3588699" y="5518849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Quote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D8E4BC-461F-2A96-92CE-620C21D1823C}"/>
              </a:ext>
            </a:extLst>
          </p:cNvPr>
          <p:cNvSpPr/>
          <p:nvPr/>
        </p:nvSpPr>
        <p:spPr>
          <a:xfrm>
            <a:off x="3588699" y="630445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          Requisition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F7EF49A-239E-CBFE-446D-D4DE3CD01DF8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>
            <a:off x="3354360" y="904242"/>
            <a:ext cx="234339" cy="0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73734AC-2A0C-E567-8166-F8D670A259F7}"/>
              </a:ext>
            </a:extLst>
          </p:cNvPr>
          <p:cNvCxnSpPr>
            <a:cxnSpLocks/>
            <a:stCxn id="32" idx="2"/>
            <a:endCxn id="180" idx="0"/>
          </p:cNvCxnSpPr>
          <p:nvPr/>
        </p:nvCxnSpPr>
        <p:spPr>
          <a:xfrm>
            <a:off x="4097578" y="1178039"/>
            <a:ext cx="0" cy="994821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07DD781-6858-F018-F10A-D3C6037406EC}"/>
              </a:ext>
            </a:extLst>
          </p:cNvPr>
          <p:cNvCxnSpPr>
            <a:cxnSpLocks/>
            <a:stCxn id="15" idx="3"/>
            <a:endCxn id="110" idx="1"/>
          </p:cNvCxnSpPr>
          <p:nvPr/>
        </p:nvCxnSpPr>
        <p:spPr>
          <a:xfrm>
            <a:off x="5861627" y="904241"/>
            <a:ext cx="724494" cy="1962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70223AD-310C-138D-51AD-A6226EE1DF32}"/>
              </a:ext>
            </a:extLst>
          </p:cNvPr>
          <p:cNvCxnSpPr>
            <a:cxnSpLocks/>
            <a:stCxn id="14" idx="2"/>
            <a:endCxn id="31" idx="0"/>
          </p:cNvCxnSpPr>
          <p:nvPr/>
        </p:nvCxnSpPr>
        <p:spPr>
          <a:xfrm>
            <a:off x="4097578" y="4207044"/>
            <a:ext cx="0" cy="1311805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ABE19F6-78F1-E078-E741-E2A7AC39C656}"/>
              </a:ext>
            </a:extLst>
          </p:cNvPr>
          <p:cNvSpPr/>
          <p:nvPr/>
        </p:nvSpPr>
        <p:spPr>
          <a:xfrm>
            <a:off x="6586121" y="632406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Revised Material Requisition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904351E-880E-2442-104F-46AE9F117008}"/>
              </a:ext>
            </a:extLst>
          </p:cNvPr>
          <p:cNvSpPr/>
          <p:nvPr/>
        </p:nvSpPr>
        <p:spPr>
          <a:xfrm>
            <a:off x="6569578" y="2170721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Revised MR Review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9309EF5-5EA8-918F-583D-0120C419EBC7}"/>
              </a:ext>
            </a:extLst>
          </p:cNvPr>
          <p:cNvCxnSpPr>
            <a:cxnSpLocks/>
            <a:stCxn id="110" idx="2"/>
            <a:endCxn id="128" idx="0"/>
          </p:cNvCxnSpPr>
          <p:nvPr/>
        </p:nvCxnSpPr>
        <p:spPr>
          <a:xfrm flipH="1">
            <a:off x="7078457" y="1180000"/>
            <a:ext cx="16543" cy="990721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0F03CE1-73C3-73E2-28E2-4819533339BC}"/>
              </a:ext>
            </a:extLst>
          </p:cNvPr>
          <p:cNvSpPr/>
          <p:nvPr/>
        </p:nvSpPr>
        <p:spPr>
          <a:xfrm>
            <a:off x="7284869" y="5497552"/>
            <a:ext cx="1017758" cy="5475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Bid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EA2B4FD-97BE-C611-1EB9-E58823167A9A}"/>
              </a:ext>
            </a:extLst>
          </p:cNvPr>
          <p:cNvCxnSpPr>
            <a:cxnSpLocks/>
          </p:cNvCxnSpPr>
          <p:nvPr/>
        </p:nvCxnSpPr>
        <p:spPr>
          <a:xfrm flipV="1">
            <a:off x="11491" y="1649803"/>
            <a:ext cx="12192000" cy="44739"/>
          </a:xfrm>
          <a:prstGeom prst="line">
            <a:avLst/>
          </a:prstGeom>
          <a:ln w="3175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0E5C558-7DBA-48E2-5AA8-2E819D9B5AEE}"/>
              </a:ext>
            </a:extLst>
          </p:cNvPr>
          <p:cNvCxnSpPr>
            <a:cxnSpLocks/>
          </p:cNvCxnSpPr>
          <p:nvPr/>
        </p:nvCxnSpPr>
        <p:spPr>
          <a:xfrm>
            <a:off x="-101468" y="3444753"/>
            <a:ext cx="12236045" cy="0"/>
          </a:xfrm>
          <a:prstGeom prst="line">
            <a:avLst/>
          </a:prstGeom>
          <a:ln w="3175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2EC875EA-27F0-5537-03BC-02B5042BD679}"/>
              </a:ext>
            </a:extLst>
          </p:cNvPr>
          <p:cNvCxnSpPr>
            <a:cxnSpLocks/>
          </p:cNvCxnSpPr>
          <p:nvPr/>
        </p:nvCxnSpPr>
        <p:spPr>
          <a:xfrm flipV="1">
            <a:off x="-79446" y="5306049"/>
            <a:ext cx="12192000" cy="12562"/>
          </a:xfrm>
          <a:prstGeom prst="line">
            <a:avLst/>
          </a:prstGeom>
          <a:ln w="3175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: Elbow 155">
            <a:extLst>
              <a:ext uri="{FF2B5EF4-FFF2-40B4-BE49-F238E27FC236}">
                <a16:creationId xmlns:a16="http://schemas.microsoft.com/office/drawing/2014/main" id="{3E959255-5E97-6B70-2597-69C2BD6C5622}"/>
              </a:ext>
            </a:extLst>
          </p:cNvPr>
          <p:cNvCxnSpPr>
            <a:cxnSpLocks/>
            <a:stCxn id="31" idx="3"/>
            <a:endCxn id="11" idx="2"/>
          </p:cNvCxnSpPr>
          <p:nvPr/>
        </p:nvCxnSpPr>
        <p:spPr>
          <a:xfrm flipV="1">
            <a:off x="4606457" y="4159747"/>
            <a:ext cx="746291" cy="1632899"/>
          </a:xfrm>
          <a:prstGeom prst="bentConnector2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96396131-45B2-9499-0BC1-682DD12B8DC9}"/>
              </a:ext>
            </a:extLst>
          </p:cNvPr>
          <p:cNvSpPr/>
          <p:nvPr/>
        </p:nvSpPr>
        <p:spPr>
          <a:xfrm>
            <a:off x="3588699" y="2172860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 Review and Approval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8B93144E-84E8-1F10-4540-8ACC49286BA8}"/>
              </a:ext>
            </a:extLst>
          </p:cNvPr>
          <p:cNvSpPr/>
          <p:nvPr/>
        </p:nvSpPr>
        <p:spPr>
          <a:xfrm>
            <a:off x="8859050" y="648733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 Request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7A35B14-C0AC-FFE6-36BA-60E524AAB7D1}"/>
              </a:ext>
            </a:extLst>
          </p:cNvPr>
          <p:cNvSpPr/>
          <p:nvPr/>
        </p:nvSpPr>
        <p:spPr>
          <a:xfrm>
            <a:off x="8859050" y="4559171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Commercial Bid Evaluation</a:t>
            </a:r>
          </a:p>
        </p:txBody>
      </p: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0CC19FAD-CBAF-9B6F-7CC5-C028E9174AE0}"/>
              </a:ext>
            </a:extLst>
          </p:cNvPr>
          <p:cNvCxnSpPr>
            <a:cxnSpLocks/>
            <a:stCxn id="87" idx="2"/>
            <a:endCxn id="92" idx="1"/>
          </p:cNvCxnSpPr>
          <p:nvPr/>
        </p:nvCxnSpPr>
        <p:spPr>
          <a:xfrm rot="16200000" flipH="1">
            <a:off x="6748771" y="5716369"/>
            <a:ext cx="470133" cy="1170280"/>
          </a:xfrm>
          <a:prstGeom prst="bentConnector2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7B5B43FF-EC6D-F37F-B462-148130CAEFBE}"/>
              </a:ext>
            </a:extLst>
          </p:cNvPr>
          <p:cNvCxnSpPr>
            <a:cxnSpLocks/>
            <a:stCxn id="184" idx="3"/>
            <a:endCxn id="233" idx="0"/>
          </p:cNvCxnSpPr>
          <p:nvPr/>
        </p:nvCxnSpPr>
        <p:spPr>
          <a:xfrm>
            <a:off x="9876808" y="922530"/>
            <a:ext cx="576086" cy="3696365"/>
          </a:xfrm>
          <a:prstGeom prst="bentConnector2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Rectangle 219">
            <a:extLst>
              <a:ext uri="{FF2B5EF4-FFF2-40B4-BE49-F238E27FC236}">
                <a16:creationId xmlns:a16="http://schemas.microsoft.com/office/drawing/2014/main" id="{1BEBCC0B-D466-5BDE-0494-E3BFDA109516}"/>
              </a:ext>
            </a:extLst>
          </p:cNvPr>
          <p:cNvSpPr/>
          <p:nvPr/>
        </p:nvSpPr>
        <p:spPr>
          <a:xfrm>
            <a:off x="10961773" y="4559171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 Order</a:t>
            </a: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195A396A-E2A0-6E81-9AB0-8ED2AFB5BD08}"/>
              </a:ext>
            </a:extLst>
          </p:cNvPr>
          <p:cNvCxnSpPr>
            <a:cxnSpLocks/>
            <a:stCxn id="188" idx="3"/>
            <a:endCxn id="233" idx="1"/>
          </p:cNvCxnSpPr>
          <p:nvPr/>
        </p:nvCxnSpPr>
        <p:spPr>
          <a:xfrm>
            <a:off x="9876808" y="4832968"/>
            <a:ext cx="346553" cy="12219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94BD794C-E40C-40C0-6947-D2EF001C1270}"/>
              </a:ext>
            </a:extLst>
          </p:cNvPr>
          <p:cNvGrpSpPr/>
          <p:nvPr/>
        </p:nvGrpSpPr>
        <p:grpSpPr>
          <a:xfrm>
            <a:off x="10223361" y="4618895"/>
            <a:ext cx="459066" cy="452583"/>
            <a:chOff x="9983382" y="3296617"/>
            <a:chExt cx="459066" cy="452583"/>
          </a:xfrm>
        </p:grpSpPr>
        <p:sp>
          <p:nvSpPr>
            <p:cNvPr id="233" name="Diamond 232">
              <a:extLst>
                <a:ext uri="{FF2B5EF4-FFF2-40B4-BE49-F238E27FC236}">
                  <a16:creationId xmlns:a16="http://schemas.microsoft.com/office/drawing/2014/main" id="{6B9B89D1-64DE-3452-7A28-F84691609D44}"/>
                </a:ext>
              </a:extLst>
            </p:cNvPr>
            <p:cNvSpPr/>
            <p:nvPr/>
          </p:nvSpPr>
          <p:spPr>
            <a:xfrm>
              <a:off x="9983382" y="3296617"/>
              <a:ext cx="459066" cy="452583"/>
            </a:xfrm>
            <a:prstGeom prst="diamond">
              <a:avLst/>
            </a:prstGeom>
            <a:ln w="9525">
              <a:solidFill>
                <a:schemeClr val="accent4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6" name="Plus Sign 235">
              <a:extLst>
                <a:ext uri="{FF2B5EF4-FFF2-40B4-BE49-F238E27FC236}">
                  <a16:creationId xmlns:a16="http://schemas.microsoft.com/office/drawing/2014/main" id="{AAF15417-A64B-7857-A1AB-3C58349CC5E9}"/>
                </a:ext>
              </a:extLst>
            </p:cNvPr>
            <p:cNvSpPr/>
            <p:nvPr/>
          </p:nvSpPr>
          <p:spPr>
            <a:xfrm>
              <a:off x="10059561" y="3384175"/>
              <a:ext cx="306707" cy="285330"/>
            </a:xfrm>
            <a:prstGeom prst="mathPlus">
              <a:avLst>
                <a:gd name="adj1" fmla="val 5372"/>
              </a:avLst>
            </a:prstGeom>
            <a:solidFill>
              <a:srgbClr val="00B0F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43" name="TextBox 242">
            <a:extLst>
              <a:ext uri="{FF2B5EF4-FFF2-40B4-BE49-F238E27FC236}">
                <a16:creationId xmlns:a16="http://schemas.microsoft.com/office/drawing/2014/main" id="{2495843A-DAFF-87DB-2646-786BADB952FD}"/>
              </a:ext>
            </a:extLst>
          </p:cNvPr>
          <p:cNvSpPr txBox="1"/>
          <p:nvPr/>
        </p:nvSpPr>
        <p:spPr>
          <a:xfrm>
            <a:off x="29336" y="-12879"/>
            <a:ext cx="330732" cy="1699055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GB" sz="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EA6E15FF-6B63-D157-A09B-9C7118D165AB}"/>
              </a:ext>
            </a:extLst>
          </p:cNvPr>
          <p:cNvSpPr txBox="1"/>
          <p:nvPr/>
        </p:nvSpPr>
        <p:spPr>
          <a:xfrm>
            <a:off x="11062" y="1804153"/>
            <a:ext cx="349006" cy="1242712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GB" sz="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PM/QAQC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9DEA7994-2F99-E857-F558-89BF56B31984}"/>
              </a:ext>
            </a:extLst>
          </p:cNvPr>
          <p:cNvSpPr txBox="1"/>
          <p:nvPr/>
        </p:nvSpPr>
        <p:spPr>
          <a:xfrm>
            <a:off x="37966" y="3445557"/>
            <a:ext cx="349006" cy="1900072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GB" sz="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PROCUREMENT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E80B7A85-098D-DE90-4201-E853D22BB5FA}"/>
              </a:ext>
            </a:extLst>
          </p:cNvPr>
          <p:cNvSpPr txBox="1"/>
          <p:nvPr/>
        </p:nvSpPr>
        <p:spPr>
          <a:xfrm>
            <a:off x="32774" y="5694539"/>
            <a:ext cx="349006" cy="1078372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GB" sz="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VENDOR</a:t>
            </a: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1B6698A3-1921-838F-F888-88927B99927E}"/>
              </a:ext>
            </a:extLst>
          </p:cNvPr>
          <p:cNvSpPr/>
          <p:nvPr/>
        </p:nvSpPr>
        <p:spPr>
          <a:xfrm>
            <a:off x="470565" y="735077"/>
            <a:ext cx="349006" cy="338323"/>
          </a:xfrm>
          <a:prstGeom prst="ellipse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3C250F98-1214-DBE7-CC27-05345AE68557}"/>
              </a:ext>
            </a:extLst>
          </p:cNvPr>
          <p:cNvCxnSpPr>
            <a:cxnSpLocks/>
            <a:stCxn id="247" idx="6"/>
            <a:endCxn id="4" idx="1"/>
          </p:cNvCxnSpPr>
          <p:nvPr/>
        </p:nvCxnSpPr>
        <p:spPr>
          <a:xfrm>
            <a:off x="819571" y="904239"/>
            <a:ext cx="236535" cy="3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EA183A8E-135E-9103-8160-FB784CA0CABD}"/>
              </a:ext>
            </a:extLst>
          </p:cNvPr>
          <p:cNvCxnSpPr>
            <a:cxnSpLocks/>
            <a:stCxn id="233" idx="3"/>
            <a:endCxn id="220" idx="1"/>
          </p:cNvCxnSpPr>
          <p:nvPr/>
        </p:nvCxnSpPr>
        <p:spPr>
          <a:xfrm flipV="1">
            <a:off x="10682427" y="4832968"/>
            <a:ext cx="279346" cy="12219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4714EF94-D4D8-DE21-5860-DFC7A83FC4B2}"/>
              </a:ext>
            </a:extLst>
          </p:cNvPr>
          <p:cNvCxnSpPr>
            <a:cxnSpLocks/>
            <a:stCxn id="188" idx="0"/>
            <a:endCxn id="171" idx="2"/>
          </p:cNvCxnSpPr>
          <p:nvPr/>
        </p:nvCxnSpPr>
        <p:spPr>
          <a:xfrm flipV="1">
            <a:off x="9367929" y="4170905"/>
            <a:ext cx="0" cy="388266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13170831-191E-1D03-756D-E0C81BDB36F5}"/>
              </a:ext>
            </a:extLst>
          </p:cNvPr>
          <p:cNvCxnSpPr>
            <a:cxnSpLocks/>
            <a:stCxn id="128" idx="2"/>
            <a:endCxn id="70" idx="0"/>
          </p:cNvCxnSpPr>
          <p:nvPr/>
        </p:nvCxnSpPr>
        <p:spPr>
          <a:xfrm>
            <a:off x="7078457" y="2718315"/>
            <a:ext cx="4573" cy="926730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095F96-70E2-B894-533F-0FA9DF32A255}"/>
              </a:ext>
            </a:extLst>
          </p:cNvPr>
          <p:cNvCxnSpPr>
            <a:cxnSpLocks/>
            <a:stCxn id="30" idx="2"/>
            <a:endCxn id="87" idx="0"/>
          </p:cNvCxnSpPr>
          <p:nvPr/>
        </p:nvCxnSpPr>
        <p:spPr>
          <a:xfrm flipH="1">
            <a:off x="6398697" y="5115912"/>
            <a:ext cx="4789" cy="402937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9BD9D65-477D-929B-ECD1-27178DF60859}"/>
              </a:ext>
            </a:extLst>
          </p:cNvPr>
          <p:cNvSpPr/>
          <p:nvPr/>
        </p:nvSpPr>
        <p:spPr>
          <a:xfrm>
            <a:off x="7284869" y="4570952"/>
            <a:ext cx="1017758" cy="5475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Reverse Auction for TBE approved bids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B840806-1449-9A8F-D244-EFEC23402749}"/>
              </a:ext>
            </a:extLst>
          </p:cNvPr>
          <p:cNvCxnSpPr>
            <a:cxnSpLocks/>
            <a:stCxn id="29" idx="2"/>
            <a:endCxn id="135" idx="0"/>
          </p:cNvCxnSpPr>
          <p:nvPr/>
        </p:nvCxnSpPr>
        <p:spPr>
          <a:xfrm>
            <a:off x="7793748" y="5118546"/>
            <a:ext cx="0" cy="379006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62A0626-630B-181F-B0DC-09A6C419C1A0}"/>
              </a:ext>
            </a:extLst>
          </p:cNvPr>
          <p:cNvGrpSpPr/>
          <p:nvPr/>
        </p:nvGrpSpPr>
        <p:grpSpPr>
          <a:xfrm>
            <a:off x="6858259" y="3645045"/>
            <a:ext cx="449542" cy="452583"/>
            <a:chOff x="6456816" y="4010805"/>
            <a:chExt cx="449542" cy="452583"/>
          </a:xfrm>
        </p:grpSpPr>
        <p:sp>
          <p:nvSpPr>
            <p:cNvPr id="70" name="Diamond 69">
              <a:extLst>
                <a:ext uri="{FF2B5EF4-FFF2-40B4-BE49-F238E27FC236}">
                  <a16:creationId xmlns:a16="http://schemas.microsoft.com/office/drawing/2014/main" id="{A498BA6E-2273-B95C-3C39-8EFEBD3774DA}"/>
                </a:ext>
              </a:extLst>
            </p:cNvPr>
            <p:cNvSpPr/>
            <p:nvPr/>
          </p:nvSpPr>
          <p:spPr>
            <a:xfrm>
              <a:off x="6456816" y="4010805"/>
              <a:ext cx="449542" cy="452583"/>
            </a:xfrm>
            <a:prstGeom prst="diamond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05ACB54-F369-01D6-682B-C994D08B81F2}"/>
                </a:ext>
              </a:extLst>
            </p:cNvPr>
            <p:cNvSpPr/>
            <p:nvPr/>
          </p:nvSpPr>
          <p:spPr>
            <a:xfrm>
              <a:off x="6593631" y="4160976"/>
              <a:ext cx="178678" cy="165360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B8D8E7B9-EB54-F126-9C4C-1B2C923139C0}"/>
              </a:ext>
            </a:extLst>
          </p:cNvPr>
          <p:cNvCxnSpPr>
            <a:stCxn id="70" idx="2"/>
            <a:endCxn id="30" idx="0"/>
          </p:cNvCxnSpPr>
          <p:nvPr/>
        </p:nvCxnSpPr>
        <p:spPr>
          <a:xfrm rot="5400000">
            <a:off x="6507913" y="3993201"/>
            <a:ext cx="470690" cy="679544"/>
          </a:xfrm>
          <a:prstGeom prst="bentConnector3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83D86AF8-A007-AD71-8A15-FB23F79DF97B}"/>
              </a:ext>
            </a:extLst>
          </p:cNvPr>
          <p:cNvCxnSpPr>
            <a:cxnSpLocks/>
            <a:stCxn id="70" idx="2"/>
            <a:endCxn id="29" idx="0"/>
          </p:cNvCxnSpPr>
          <p:nvPr/>
        </p:nvCxnSpPr>
        <p:spPr>
          <a:xfrm rot="16200000" flipH="1">
            <a:off x="7201727" y="3978931"/>
            <a:ext cx="473324" cy="710718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38F97912-BFB0-DFDF-7B8B-35139BDFAA4F}"/>
              </a:ext>
            </a:extLst>
          </p:cNvPr>
          <p:cNvSpPr/>
          <p:nvPr/>
        </p:nvSpPr>
        <p:spPr>
          <a:xfrm>
            <a:off x="5889818" y="5518849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Quote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676B92F-AA36-7C48-D5AC-7BAD90C62F1D}"/>
              </a:ext>
            </a:extLst>
          </p:cNvPr>
          <p:cNvGrpSpPr/>
          <p:nvPr/>
        </p:nvGrpSpPr>
        <p:grpSpPr>
          <a:xfrm>
            <a:off x="7568977" y="6310284"/>
            <a:ext cx="449542" cy="452583"/>
            <a:chOff x="6456816" y="4010805"/>
            <a:chExt cx="449542" cy="452583"/>
          </a:xfrm>
        </p:grpSpPr>
        <p:sp>
          <p:nvSpPr>
            <p:cNvPr id="92" name="Diamond 91">
              <a:extLst>
                <a:ext uri="{FF2B5EF4-FFF2-40B4-BE49-F238E27FC236}">
                  <a16:creationId xmlns:a16="http://schemas.microsoft.com/office/drawing/2014/main" id="{42BBF69A-9B61-DA89-3846-F4A76BF654DD}"/>
                </a:ext>
              </a:extLst>
            </p:cNvPr>
            <p:cNvSpPr/>
            <p:nvPr/>
          </p:nvSpPr>
          <p:spPr>
            <a:xfrm>
              <a:off x="6456816" y="4010805"/>
              <a:ext cx="449542" cy="452583"/>
            </a:xfrm>
            <a:prstGeom prst="diamond">
              <a:avLst/>
            </a:prstGeom>
            <a:ln w="952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57DFD54-A14C-8DF7-279A-EB26BD33890C}"/>
                </a:ext>
              </a:extLst>
            </p:cNvPr>
            <p:cNvSpPr/>
            <p:nvPr/>
          </p:nvSpPr>
          <p:spPr>
            <a:xfrm>
              <a:off x="6593631" y="4160976"/>
              <a:ext cx="178678" cy="165360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650CB903-8DE6-F8A8-0E9E-802137AB690E}"/>
              </a:ext>
            </a:extLst>
          </p:cNvPr>
          <p:cNvCxnSpPr>
            <a:cxnSpLocks/>
            <a:stCxn id="92" idx="3"/>
            <a:endCxn id="188" idx="2"/>
          </p:cNvCxnSpPr>
          <p:nvPr/>
        </p:nvCxnSpPr>
        <p:spPr>
          <a:xfrm flipV="1">
            <a:off x="8018519" y="5106765"/>
            <a:ext cx="1349410" cy="1429811"/>
          </a:xfrm>
          <a:prstGeom prst="bentConnector2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C62F7F4B-B222-F6C0-CEDC-485F96283348}"/>
              </a:ext>
            </a:extLst>
          </p:cNvPr>
          <p:cNvCxnSpPr>
            <a:cxnSpLocks/>
            <a:stCxn id="135" idx="2"/>
            <a:endCxn id="92" idx="0"/>
          </p:cNvCxnSpPr>
          <p:nvPr/>
        </p:nvCxnSpPr>
        <p:spPr>
          <a:xfrm>
            <a:off x="7793748" y="6045146"/>
            <a:ext cx="0" cy="265138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B58509B-8402-68AD-4647-B01A2E8B12B0}"/>
              </a:ext>
            </a:extLst>
          </p:cNvPr>
          <p:cNvGrpSpPr/>
          <p:nvPr/>
        </p:nvGrpSpPr>
        <p:grpSpPr>
          <a:xfrm>
            <a:off x="4334990" y="3233627"/>
            <a:ext cx="306494" cy="434882"/>
            <a:chOff x="4354690" y="176552"/>
            <a:chExt cx="306494" cy="434882"/>
          </a:xfrm>
        </p:grpSpPr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2258F565-D3BA-6EEB-34FC-50660B889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B1B5008-673D-1D43-3154-733201251E24}"/>
                </a:ext>
              </a:extLst>
            </p:cNvPr>
            <p:cNvSpPr txBox="1"/>
            <p:nvPr/>
          </p:nvSpPr>
          <p:spPr>
            <a:xfrm>
              <a:off x="4354690" y="395990"/>
              <a:ext cx="30649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IFE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7581618-8C66-8FF7-0477-F2DC2B36C0F7}"/>
              </a:ext>
            </a:extLst>
          </p:cNvPr>
          <p:cNvGrpSpPr/>
          <p:nvPr/>
        </p:nvGrpSpPr>
        <p:grpSpPr>
          <a:xfrm>
            <a:off x="2785035" y="161858"/>
            <a:ext cx="620683" cy="440368"/>
            <a:chOff x="4197793" y="176552"/>
            <a:chExt cx="620683" cy="440368"/>
          </a:xfrm>
        </p:grpSpPr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9D5A4250-B50F-B1A8-E68E-8EF497296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1D56530-C208-DF07-39CF-E9CAFA7AE423}"/>
                </a:ext>
              </a:extLst>
            </p:cNvPr>
            <p:cNvSpPr txBox="1"/>
            <p:nvPr/>
          </p:nvSpPr>
          <p:spPr>
            <a:xfrm>
              <a:off x="4197793" y="401476"/>
              <a:ext cx="62068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 MTO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61F1255-E58E-5CBF-8384-F0E9C18FC227}"/>
              </a:ext>
            </a:extLst>
          </p:cNvPr>
          <p:cNvGrpSpPr/>
          <p:nvPr/>
        </p:nvGrpSpPr>
        <p:grpSpPr>
          <a:xfrm>
            <a:off x="4205387" y="179830"/>
            <a:ext cx="473206" cy="440368"/>
            <a:chOff x="4269153" y="176552"/>
            <a:chExt cx="473206" cy="440368"/>
          </a:xfrm>
        </p:grpSpPr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DA0EAA08-986F-01CC-B502-5720090E7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B49B234-1124-D594-51C6-1A2778E1E3C4}"/>
                </a:ext>
              </a:extLst>
            </p:cNvPr>
            <p:cNvSpPr txBox="1"/>
            <p:nvPr/>
          </p:nvSpPr>
          <p:spPr>
            <a:xfrm>
              <a:off x="4269153" y="401476"/>
              <a:ext cx="4732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IFE MR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D8BEDB2-45B4-D004-ED8F-02DFCDCA8BAE}"/>
              </a:ext>
            </a:extLst>
          </p:cNvPr>
          <p:cNvGrpSpPr/>
          <p:nvPr/>
        </p:nvGrpSpPr>
        <p:grpSpPr>
          <a:xfrm>
            <a:off x="7191153" y="154088"/>
            <a:ext cx="482825" cy="440368"/>
            <a:chOff x="4264344" y="176552"/>
            <a:chExt cx="482825" cy="440368"/>
          </a:xfrm>
        </p:grpSpPr>
        <p:pic>
          <p:nvPicPr>
            <p:cNvPr id="157" name="Picture 156">
              <a:extLst>
                <a:ext uri="{FF2B5EF4-FFF2-40B4-BE49-F238E27FC236}">
                  <a16:creationId xmlns:a16="http://schemas.microsoft.com/office/drawing/2014/main" id="{F2B6D924-32A3-C382-1990-837E94825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146D6DFE-21DE-AA1D-EBCC-2E69AB5AB69B}"/>
                </a:ext>
              </a:extLst>
            </p:cNvPr>
            <p:cNvSpPr txBox="1"/>
            <p:nvPr/>
          </p:nvSpPr>
          <p:spPr>
            <a:xfrm>
              <a:off x="4264344" y="401476"/>
              <a:ext cx="4828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IFA MR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774E617-C98E-CAD8-1FC1-8AB4CCB7EB54}"/>
              </a:ext>
            </a:extLst>
          </p:cNvPr>
          <p:cNvGrpSpPr/>
          <p:nvPr/>
        </p:nvGrpSpPr>
        <p:grpSpPr>
          <a:xfrm>
            <a:off x="5583284" y="181765"/>
            <a:ext cx="340158" cy="440368"/>
            <a:chOff x="4335677" y="176552"/>
            <a:chExt cx="340158" cy="440368"/>
          </a:xfrm>
        </p:grpSpPr>
        <p:pic>
          <p:nvPicPr>
            <p:cNvPr id="160" name="Picture 159">
              <a:extLst>
                <a:ext uri="{FF2B5EF4-FFF2-40B4-BE49-F238E27FC236}">
                  <a16:creationId xmlns:a16="http://schemas.microsoft.com/office/drawing/2014/main" id="{560C93D0-8A5A-283B-7FF7-40BEAD3DB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83A3F8-2B10-E752-429B-E23775FE2475}"/>
                </a:ext>
              </a:extLst>
            </p:cNvPr>
            <p:cNvSpPr txBox="1"/>
            <p:nvPr/>
          </p:nvSpPr>
          <p:spPr>
            <a:xfrm>
              <a:off x="4335677" y="401476"/>
              <a:ext cx="3401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TBE</a:t>
              </a: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1858048-947A-DBCE-4C95-E0E2D7034653}"/>
              </a:ext>
            </a:extLst>
          </p:cNvPr>
          <p:cNvGrpSpPr/>
          <p:nvPr/>
        </p:nvGrpSpPr>
        <p:grpSpPr>
          <a:xfrm>
            <a:off x="6622227" y="159005"/>
            <a:ext cx="641522" cy="440368"/>
            <a:chOff x="4197793" y="176552"/>
            <a:chExt cx="641522" cy="440368"/>
          </a:xfrm>
        </p:grpSpPr>
        <p:pic>
          <p:nvPicPr>
            <p:cNvPr id="163" name="Picture 162">
              <a:extLst>
                <a:ext uri="{FF2B5EF4-FFF2-40B4-BE49-F238E27FC236}">
                  <a16:creationId xmlns:a16="http://schemas.microsoft.com/office/drawing/2014/main" id="{97CBBB87-EBA9-3E9C-7820-441D5CA4E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AB48873-41A4-ED35-8A29-C478BDF109A2}"/>
                </a:ext>
              </a:extLst>
            </p:cNvPr>
            <p:cNvSpPr txBox="1"/>
            <p:nvPr/>
          </p:nvSpPr>
          <p:spPr>
            <a:xfrm>
              <a:off x="4197793" y="401476"/>
              <a:ext cx="64152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BAFO MTO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741CCE8-BBF1-DE75-58D6-2F5A542D817A}"/>
              </a:ext>
            </a:extLst>
          </p:cNvPr>
          <p:cNvGrpSpPr/>
          <p:nvPr/>
        </p:nvGrpSpPr>
        <p:grpSpPr>
          <a:xfrm>
            <a:off x="5017108" y="179522"/>
            <a:ext cx="583814" cy="440368"/>
            <a:chOff x="4197793" y="176552"/>
            <a:chExt cx="583814" cy="440368"/>
          </a:xfrm>
        </p:grpSpPr>
        <p:pic>
          <p:nvPicPr>
            <p:cNvPr id="166" name="Picture 165">
              <a:extLst>
                <a:ext uri="{FF2B5EF4-FFF2-40B4-BE49-F238E27FC236}">
                  <a16:creationId xmlns:a16="http://schemas.microsoft.com/office/drawing/2014/main" id="{04CE77D2-2E1C-1553-D287-3A779B662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D819F33E-9451-6B6B-751D-AF575BF37E04}"/>
                </a:ext>
              </a:extLst>
            </p:cNvPr>
            <p:cNvSpPr txBox="1"/>
            <p:nvPr/>
          </p:nvSpPr>
          <p:spPr>
            <a:xfrm>
              <a:off x="4197793" y="401476"/>
              <a:ext cx="5838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RFQ MTO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F3FB829-E62C-C2DB-15BB-EDFEF11EAE99}"/>
              </a:ext>
            </a:extLst>
          </p:cNvPr>
          <p:cNvGrpSpPr/>
          <p:nvPr/>
        </p:nvGrpSpPr>
        <p:grpSpPr>
          <a:xfrm>
            <a:off x="6514669" y="1730353"/>
            <a:ext cx="457177" cy="440368"/>
            <a:chOff x="4277167" y="176552"/>
            <a:chExt cx="457177" cy="440368"/>
          </a:xfrm>
        </p:grpSpPr>
        <p:pic>
          <p:nvPicPr>
            <p:cNvPr id="169" name="Picture 168">
              <a:extLst>
                <a:ext uri="{FF2B5EF4-FFF2-40B4-BE49-F238E27FC236}">
                  <a16:creationId xmlns:a16="http://schemas.microsoft.com/office/drawing/2014/main" id="{C65214DD-6697-28EB-AAB2-6753DDC5A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25B92EC5-8BBA-A8A8-CF19-2A3F8D176B71}"/>
                </a:ext>
              </a:extLst>
            </p:cNvPr>
            <p:cNvSpPr txBox="1"/>
            <p:nvPr/>
          </p:nvSpPr>
          <p:spPr>
            <a:xfrm>
              <a:off x="4277167" y="401476"/>
              <a:ext cx="45717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MRRIS</a:t>
              </a:r>
            </a:p>
          </p:txBody>
        </p:sp>
      </p:grp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150A49F-D30A-1891-8749-5E3C25F67230}"/>
              </a:ext>
            </a:extLst>
          </p:cNvPr>
          <p:cNvSpPr/>
          <p:nvPr/>
        </p:nvSpPr>
        <p:spPr>
          <a:xfrm>
            <a:off x="8859050" y="3623311"/>
            <a:ext cx="1017758" cy="5475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 Approval Process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9F72F33E-F6DF-5E11-7FD9-A61363E996AB}"/>
              </a:ext>
            </a:extLst>
          </p:cNvPr>
          <p:cNvCxnSpPr>
            <a:cxnSpLocks/>
            <a:stCxn id="171" idx="0"/>
            <a:endCxn id="184" idx="2"/>
          </p:cNvCxnSpPr>
          <p:nvPr/>
        </p:nvCxnSpPr>
        <p:spPr>
          <a:xfrm flipV="1">
            <a:off x="9367929" y="1196327"/>
            <a:ext cx="0" cy="2426984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A48DBA9-1D8D-41CB-5006-B29D1C75D0D1}"/>
              </a:ext>
            </a:extLst>
          </p:cNvPr>
          <p:cNvGrpSpPr/>
          <p:nvPr/>
        </p:nvGrpSpPr>
        <p:grpSpPr>
          <a:xfrm>
            <a:off x="8807798" y="170415"/>
            <a:ext cx="473206" cy="440368"/>
            <a:chOff x="4269153" y="176552"/>
            <a:chExt cx="473206" cy="440368"/>
          </a:xfrm>
        </p:grpSpPr>
        <p:pic>
          <p:nvPicPr>
            <p:cNvPr id="183" name="Picture 182">
              <a:extLst>
                <a:ext uri="{FF2B5EF4-FFF2-40B4-BE49-F238E27FC236}">
                  <a16:creationId xmlns:a16="http://schemas.microsoft.com/office/drawing/2014/main" id="{F7741B6E-3BAA-5E46-A313-BE62C511C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4AEB9366-65D4-8E4F-E594-207F52A7646F}"/>
                </a:ext>
              </a:extLst>
            </p:cNvPr>
            <p:cNvSpPr txBox="1"/>
            <p:nvPr/>
          </p:nvSpPr>
          <p:spPr>
            <a:xfrm>
              <a:off x="4269153" y="401476"/>
              <a:ext cx="4732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IFE MR</a:t>
              </a: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9801746-CFEE-5D9E-7CF8-52FB317BD3E4}"/>
              </a:ext>
            </a:extLst>
          </p:cNvPr>
          <p:cNvGrpSpPr/>
          <p:nvPr/>
        </p:nvGrpSpPr>
        <p:grpSpPr>
          <a:xfrm>
            <a:off x="2824071" y="5601040"/>
            <a:ext cx="777777" cy="441260"/>
            <a:chOff x="4111127" y="176552"/>
            <a:chExt cx="777777" cy="441260"/>
          </a:xfrm>
        </p:grpSpPr>
        <p:pic>
          <p:nvPicPr>
            <p:cNvPr id="187" name="Picture 186">
              <a:extLst>
                <a:ext uri="{FF2B5EF4-FFF2-40B4-BE49-F238E27FC236}">
                  <a16:creationId xmlns:a16="http://schemas.microsoft.com/office/drawing/2014/main" id="{569D8F61-DDAA-41E1-B0DC-EB1E63FF9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47731FAD-84FF-2C8D-807D-9C291582A564}"/>
                </a:ext>
              </a:extLst>
            </p:cNvPr>
            <p:cNvSpPr txBox="1"/>
            <p:nvPr/>
          </p:nvSpPr>
          <p:spPr>
            <a:xfrm>
              <a:off x="4111127" y="402368"/>
              <a:ext cx="77777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Vendor Quote</a:t>
              </a: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41E07009-958A-A7C5-F873-6C7B02A4EB4C}"/>
              </a:ext>
            </a:extLst>
          </p:cNvPr>
          <p:cNvGrpSpPr/>
          <p:nvPr/>
        </p:nvGrpSpPr>
        <p:grpSpPr>
          <a:xfrm>
            <a:off x="5472738" y="6119305"/>
            <a:ext cx="777777" cy="441260"/>
            <a:chOff x="4111127" y="176552"/>
            <a:chExt cx="777777" cy="441260"/>
          </a:xfrm>
        </p:grpSpPr>
        <p:pic>
          <p:nvPicPr>
            <p:cNvPr id="193" name="Picture 192">
              <a:extLst>
                <a:ext uri="{FF2B5EF4-FFF2-40B4-BE49-F238E27FC236}">
                  <a16:creationId xmlns:a16="http://schemas.microsoft.com/office/drawing/2014/main" id="{FCE8324C-98A3-8075-70A1-F166D7F1B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4D27E082-05D6-3C4D-7DA9-BD4B861C23BD}"/>
                </a:ext>
              </a:extLst>
            </p:cNvPr>
            <p:cNvSpPr txBox="1"/>
            <p:nvPr/>
          </p:nvSpPr>
          <p:spPr>
            <a:xfrm>
              <a:off x="4111127" y="402368"/>
              <a:ext cx="77777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Vendor Quote</a:t>
              </a: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5C7590C-C1BA-6D44-4C81-8335F9E1FD14}"/>
              </a:ext>
            </a:extLst>
          </p:cNvPr>
          <p:cNvGrpSpPr/>
          <p:nvPr/>
        </p:nvGrpSpPr>
        <p:grpSpPr>
          <a:xfrm>
            <a:off x="9863805" y="4239345"/>
            <a:ext cx="344966" cy="440368"/>
            <a:chOff x="4333273" y="176552"/>
            <a:chExt cx="344966" cy="440368"/>
          </a:xfrm>
        </p:grpSpPr>
        <p:pic>
          <p:nvPicPr>
            <p:cNvPr id="196" name="Picture 195">
              <a:extLst>
                <a:ext uri="{FF2B5EF4-FFF2-40B4-BE49-F238E27FC236}">
                  <a16:creationId xmlns:a16="http://schemas.microsoft.com/office/drawing/2014/main" id="{31B13D3A-630B-10EE-270E-2936284F8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4DB7513C-00A3-9020-4C91-825C581A87A8}"/>
                </a:ext>
              </a:extLst>
            </p:cNvPr>
            <p:cNvSpPr txBox="1"/>
            <p:nvPr/>
          </p:nvSpPr>
          <p:spPr>
            <a:xfrm>
              <a:off x="4333273" y="401476"/>
              <a:ext cx="34496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CBE</a:t>
              </a: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C248FF8-3BFC-B7EA-4045-610D6AD8EF68}"/>
              </a:ext>
            </a:extLst>
          </p:cNvPr>
          <p:cNvGrpSpPr/>
          <p:nvPr/>
        </p:nvGrpSpPr>
        <p:grpSpPr>
          <a:xfrm>
            <a:off x="9538916" y="172700"/>
            <a:ext cx="302263" cy="440368"/>
            <a:chOff x="4358921" y="176552"/>
            <a:chExt cx="302263" cy="440368"/>
          </a:xfrm>
        </p:grpSpPr>
        <p:pic>
          <p:nvPicPr>
            <p:cNvPr id="202" name="Picture 201">
              <a:extLst>
                <a:ext uri="{FF2B5EF4-FFF2-40B4-BE49-F238E27FC236}">
                  <a16:creationId xmlns:a16="http://schemas.microsoft.com/office/drawing/2014/main" id="{72D65640-E2B4-16EE-6905-60F235BFE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55D030AD-93AE-D0A1-DEDB-FA2503087EBF}"/>
                </a:ext>
              </a:extLst>
            </p:cNvPr>
            <p:cNvSpPr txBox="1"/>
            <p:nvPr/>
          </p:nvSpPr>
          <p:spPr>
            <a:xfrm>
              <a:off x="4358921" y="401476"/>
              <a:ext cx="29367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</a:t>
              </a: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EECB855-F6D2-D3D1-3E09-A26E1CFCE3EA}"/>
              </a:ext>
            </a:extLst>
          </p:cNvPr>
          <p:cNvGrpSpPr/>
          <p:nvPr/>
        </p:nvGrpSpPr>
        <p:grpSpPr>
          <a:xfrm>
            <a:off x="11652636" y="4108556"/>
            <a:ext cx="307874" cy="440368"/>
            <a:chOff x="4353310" y="176552"/>
            <a:chExt cx="307874" cy="440368"/>
          </a:xfrm>
        </p:grpSpPr>
        <p:pic>
          <p:nvPicPr>
            <p:cNvPr id="205" name="Picture 204">
              <a:extLst>
                <a:ext uri="{FF2B5EF4-FFF2-40B4-BE49-F238E27FC236}">
                  <a16:creationId xmlns:a16="http://schemas.microsoft.com/office/drawing/2014/main" id="{673819F5-2CFF-AD80-ABC7-765E756A0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DC6FDC70-CB71-93B7-9A2D-80F47E39E075}"/>
                </a:ext>
              </a:extLst>
            </p:cNvPr>
            <p:cNvSpPr txBox="1"/>
            <p:nvPr/>
          </p:nvSpPr>
          <p:spPr>
            <a:xfrm>
              <a:off x="4353310" y="401476"/>
              <a:ext cx="30489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</a:t>
              </a: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F2AD0E3F-9A1D-0464-5D82-44A559CA1A1E}"/>
              </a:ext>
            </a:extLst>
          </p:cNvPr>
          <p:cNvGrpSpPr/>
          <p:nvPr/>
        </p:nvGrpSpPr>
        <p:grpSpPr>
          <a:xfrm>
            <a:off x="1442024" y="163535"/>
            <a:ext cx="688009" cy="440368"/>
            <a:chOff x="4197793" y="176552"/>
            <a:chExt cx="688009" cy="440368"/>
          </a:xfrm>
        </p:grpSpPr>
        <p:pic>
          <p:nvPicPr>
            <p:cNvPr id="208" name="Picture 207">
              <a:extLst>
                <a:ext uri="{FF2B5EF4-FFF2-40B4-BE49-F238E27FC236}">
                  <a16:creationId xmlns:a16="http://schemas.microsoft.com/office/drawing/2014/main" id="{790241FF-A609-DD53-4C3C-20C6422EA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EC74C84E-5403-B93F-50BA-A443DB9E0C34}"/>
                </a:ext>
              </a:extLst>
            </p:cNvPr>
            <p:cNvSpPr txBox="1"/>
            <p:nvPr/>
          </p:nvSpPr>
          <p:spPr>
            <a:xfrm>
              <a:off x="4197793" y="401476"/>
              <a:ext cx="68800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8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Engg</a:t>
              </a:r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Design</a:t>
              </a: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64E653A6-8426-4CA7-9BEE-1DAED1422078}"/>
              </a:ext>
            </a:extLst>
          </p:cNvPr>
          <p:cNvGrpSpPr/>
          <p:nvPr/>
        </p:nvGrpSpPr>
        <p:grpSpPr>
          <a:xfrm>
            <a:off x="7199380" y="1723977"/>
            <a:ext cx="478016" cy="440368"/>
            <a:chOff x="4266747" y="176552"/>
            <a:chExt cx="478016" cy="440368"/>
          </a:xfrm>
        </p:grpSpPr>
        <p:pic>
          <p:nvPicPr>
            <p:cNvPr id="211" name="Picture 210">
              <a:extLst>
                <a:ext uri="{FF2B5EF4-FFF2-40B4-BE49-F238E27FC236}">
                  <a16:creationId xmlns:a16="http://schemas.microsoft.com/office/drawing/2014/main" id="{4E93E756-6E88-00B8-9DE7-5DF378CA6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CE2AD801-E330-9D2B-0D8E-990F5EE05ECF}"/>
                </a:ext>
              </a:extLst>
            </p:cNvPr>
            <p:cNvSpPr txBox="1"/>
            <p:nvPr/>
          </p:nvSpPr>
          <p:spPr>
            <a:xfrm>
              <a:off x="4266747" y="401476"/>
              <a:ext cx="4780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IFC MR</a:t>
              </a: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C96DF53-5BC9-277B-1E38-4D8C8BDB34F1}"/>
              </a:ext>
            </a:extLst>
          </p:cNvPr>
          <p:cNvGrpSpPr/>
          <p:nvPr/>
        </p:nvGrpSpPr>
        <p:grpSpPr>
          <a:xfrm>
            <a:off x="5937971" y="4112789"/>
            <a:ext cx="356188" cy="440368"/>
            <a:chOff x="4327661" y="176552"/>
            <a:chExt cx="356188" cy="440368"/>
          </a:xfrm>
        </p:grpSpPr>
        <p:pic>
          <p:nvPicPr>
            <p:cNvPr id="214" name="Picture 213">
              <a:extLst>
                <a:ext uri="{FF2B5EF4-FFF2-40B4-BE49-F238E27FC236}">
                  <a16:creationId xmlns:a16="http://schemas.microsoft.com/office/drawing/2014/main" id="{21458075-7269-37E2-7DB5-ECF49B69F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37E9C8D4-93DB-D808-9768-9087F71964E3}"/>
                </a:ext>
              </a:extLst>
            </p:cNvPr>
            <p:cNvSpPr txBox="1"/>
            <p:nvPr/>
          </p:nvSpPr>
          <p:spPr>
            <a:xfrm>
              <a:off x="4327661" y="401476"/>
              <a:ext cx="3561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RFQ</a:t>
              </a:r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A4DE23BB-8FE6-87B5-B04B-76C4E3716B7C}"/>
              </a:ext>
            </a:extLst>
          </p:cNvPr>
          <p:cNvGrpSpPr/>
          <p:nvPr/>
        </p:nvGrpSpPr>
        <p:grpSpPr>
          <a:xfrm>
            <a:off x="8808738" y="3155925"/>
            <a:ext cx="473206" cy="440368"/>
            <a:chOff x="4269153" y="176552"/>
            <a:chExt cx="473206" cy="440368"/>
          </a:xfrm>
        </p:grpSpPr>
        <p:pic>
          <p:nvPicPr>
            <p:cNvPr id="218" name="Picture 217">
              <a:extLst>
                <a:ext uri="{FF2B5EF4-FFF2-40B4-BE49-F238E27FC236}">
                  <a16:creationId xmlns:a16="http://schemas.microsoft.com/office/drawing/2014/main" id="{78CFB6C9-71C6-224A-292E-5E1C568E7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E3936102-943E-F1AB-24DC-B8F807FAF5A5}"/>
                </a:ext>
              </a:extLst>
            </p:cNvPr>
            <p:cNvSpPr txBox="1"/>
            <p:nvPr/>
          </p:nvSpPr>
          <p:spPr>
            <a:xfrm>
              <a:off x="4269153" y="401476"/>
              <a:ext cx="4732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IFE MR</a:t>
              </a: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705038C1-4F02-ED15-578C-658B60218571}"/>
              </a:ext>
            </a:extLst>
          </p:cNvPr>
          <p:cNvGrpSpPr/>
          <p:nvPr/>
        </p:nvGrpSpPr>
        <p:grpSpPr>
          <a:xfrm>
            <a:off x="9463714" y="3149276"/>
            <a:ext cx="352982" cy="440368"/>
            <a:chOff x="4329265" y="176552"/>
            <a:chExt cx="352982" cy="440368"/>
          </a:xfrm>
        </p:grpSpPr>
        <p:pic>
          <p:nvPicPr>
            <p:cNvPr id="222" name="Picture 221">
              <a:extLst>
                <a:ext uri="{FF2B5EF4-FFF2-40B4-BE49-F238E27FC236}">
                  <a16:creationId xmlns:a16="http://schemas.microsoft.com/office/drawing/2014/main" id="{5F8377C1-C5D9-7EB9-6B25-AA137585E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E9E9E9"/>
                </a:clrFrom>
                <a:clrTo>
                  <a:srgbClr val="E9E9E9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366609" y="176552"/>
              <a:ext cx="294575" cy="294575"/>
            </a:xfrm>
            <a:prstGeom prst="rect">
              <a:avLst/>
            </a:prstGeom>
          </p:spPr>
        </p:pic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904EFFD6-2801-F460-400D-EEEBD942C816}"/>
                </a:ext>
              </a:extLst>
            </p:cNvPr>
            <p:cNvSpPr txBox="1"/>
            <p:nvPr/>
          </p:nvSpPr>
          <p:spPr>
            <a:xfrm>
              <a:off x="4329265" y="401476"/>
              <a:ext cx="3529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RPA</a:t>
              </a:r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B02C1274-108B-1201-4B14-7FCAFFA4DDB1}"/>
              </a:ext>
            </a:extLst>
          </p:cNvPr>
          <p:cNvSpPr/>
          <p:nvPr/>
        </p:nvSpPr>
        <p:spPr>
          <a:xfrm>
            <a:off x="11296149" y="5697338"/>
            <a:ext cx="349006" cy="338323"/>
          </a:xfrm>
          <a:prstGeom prst="ellipse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050CFD-EE90-1BE1-F830-36A6E40A44A4}"/>
              </a:ext>
            </a:extLst>
          </p:cNvPr>
          <p:cNvCxnSpPr>
            <a:cxnSpLocks/>
            <a:stCxn id="220" idx="2"/>
            <a:endCxn id="5" idx="0"/>
          </p:cNvCxnSpPr>
          <p:nvPr/>
        </p:nvCxnSpPr>
        <p:spPr>
          <a:xfrm>
            <a:off x="11470652" y="5106765"/>
            <a:ext cx="0" cy="590573"/>
          </a:xfrm>
          <a:prstGeom prst="straightConnector1">
            <a:avLst/>
          </a:prstGeom>
          <a:ln w="3175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AFD72F-5E5D-348B-2FA1-6D6938049FBC}"/>
              </a:ext>
            </a:extLst>
          </p:cNvPr>
          <p:cNvSpPr txBox="1"/>
          <p:nvPr/>
        </p:nvSpPr>
        <p:spPr>
          <a:xfrm>
            <a:off x="11258895" y="6106432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P2P</a:t>
            </a:r>
          </a:p>
        </p:txBody>
      </p:sp>
    </p:spTree>
    <p:extLst>
      <p:ext uri="{BB962C8B-B14F-4D97-AF65-F5344CB8AC3E}">
        <p14:creationId xmlns:p14="http://schemas.microsoft.com/office/powerpoint/2010/main" val="2505845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88</Words>
  <Application>Microsoft Office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Soundararajan</dc:creator>
  <cp:lastModifiedBy>Lakshmi Sivan</cp:lastModifiedBy>
  <cp:revision>11</cp:revision>
  <dcterms:created xsi:type="dcterms:W3CDTF">2026-03-12T05:55:33Z</dcterms:created>
  <dcterms:modified xsi:type="dcterms:W3CDTF">2026-04-08T18:44:16Z</dcterms:modified>
</cp:coreProperties>
</file>